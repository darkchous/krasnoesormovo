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liya Petrova" initials="YP" lastIdx="1" clrIdx="0">
    <p:extLst>
      <p:ext uri="{19B8F6BF-5375-455C-9EA6-DF929625EA0E}">
        <p15:presenceInfo xmlns:p15="http://schemas.microsoft.com/office/powerpoint/2012/main" userId="S-1-5-21-3673333323-3268850930-1915813265-890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9E193-65DA-418F-88A0-69502C9C67DD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2FD65-E0EC-4930-B78D-889A3A0789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03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0945C-F352-479E-AC60-1217FEBF0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AD18AB-3BF9-4823-923C-2BC11734F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7B2B8B-6050-4F56-A804-BB394D5A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97B344-FFBC-410B-86F3-5DC545DE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5382E-3B02-466F-B79F-20936252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68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13694-E327-4BD1-AD1B-E3644A03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30619-CD0A-4918-890F-3BCFFCE0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F17EC-2A33-42C0-957C-67B56C39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DF778-EDBA-43C7-90A8-67B7AF99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7B9D3-5826-49CF-B0BB-A9829C82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6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BECB-B970-4180-808E-24F19D62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3FD66B-86DB-4BFF-A620-740A3A0BC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6887E0-4F30-4B61-AD92-0F58D6B0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194047-AF82-435C-80CC-ABED6CF3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02719B-B1C3-4093-8659-A3C49D61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05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F2A4E-957A-45BB-90B0-1E2134F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D780D-13AE-4547-BC4C-824ABED1C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61618D-0CD1-4017-8EE0-55D31EF37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947660-5EBB-48EA-9316-06A4A6B3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5E07C7-7260-45A0-9B84-598038AE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9F57FE-AC77-4B3E-A1EF-E4948543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21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047EC-D13D-4CE3-B2DF-9A6739CF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4E6D82-25EB-40B0-825B-2F6AE2A5D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0B4F39-0F01-4C79-A00C-66F436591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13674C-220C-4AE3-9BC8-F140CF6D9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58C447-3248-4DC0-AAAF-E99BE67DA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3F88A02-89CF-4749-8026-02570FAB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4BD471-FD07-4212-8EC7-AF728983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E84786-4050-4D33-A0AC-873B262B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53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3B82C-0608-425E-893C-FBFBD427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D46A05-87BD-4543-A1D5-7E5C4AE7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3FE7049-246A-4194-B764-851BF1E5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00BC54-8CC0-4BB1-A82A-837ACC0D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87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1BC15D-A0D9-4588-83DC-1058C9284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CFBAD0-F36E-4551-8DE0-CE46BA5E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2E3D3A-6D97-445B-86C6-847EBDB29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98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2C34B-3A31-4EC4-B47E-CE7E5E62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C27D7-06EB-4CC7-8CA6-0A7E44081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47698C-C61F-4383-AF28-FF4D74898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D9A4EA-1CF4-407E-85A3-A33218DC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F428CF-9226-4918-9287-9B5C5B22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3FF399-4BCC-439E-BFB7-F240CEC3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60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62653-72E5-49F6-8348-154FE0E51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70E1BC8-F4C9-4A28-9F9E-A1CD3C63C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E8ECE9-D81A-4F72-B7B0-751AEBA20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BD72C2-60B3-4254-B6D8-C4AC75CB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AE6FE5-74CB-466E-B476-24080E3A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290FCD-C0D5-45A0-BAB4-72EF4113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64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0D7DB-11A0-420E-A1CC-F39AE35FD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F9AAD5-C8FF-421F-99A1-C84C0EA9D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C78233-E20A-45D6-B1EB-582EC36F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5132E5-5EEF-498F-B999-7BC8F201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367940-379E-4F05-B565-B4039C12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06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A1E614-C428-4306-9FBC-974EBDCAB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BB1EFC-9EFB-45E7-9FD8-116E19C78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EFAC76-E7CD-4B5A-B447-5BDD9D08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E93C10-38DC-4456-AFEB-CF3B9342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AD0252-0302-4515-8DEF-D43B549B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651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BC992-56BD-4D9E-A6D1-7BEF2BB0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779D3E-20ED-40DF-A35A-CC22F018E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8C5FB9-F261-4FE0-AF15-CDCA34D6C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0321C-4DB3-435B-B69B-6F33889C984F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68FC96-59E9-46AF-9D0F-BC89A5498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67DEDE-EC0C-4882-8789-19710F22F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E12F-B096-40F0-AEE4-26157DEEA7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17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32588B-2F48-455E-ACF4-5FF7087FFE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E98873-554C-4ADE-90AA-E0F8968CB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15" y="0"/>
            <a:ext cx="9918585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26B4D5-965E-469A-A1C3-87CC48A7ED90}"/>
              </a:ext>
            </a:extLst>
          </p:cNvPr>
          <p:cNvSpPr/>
          <p:nvPr/>
        </p:nvSpPr>
        <p:spPr>
          <a:xfrm rot="729457">
            <a:off x="-777179" y="-1335679"/>
            <a:ext cx="7517360" cy="876171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7EF20-EF6B-4CAD-B305-5D6F2CA5A07F}"/>
              </a:ext>
            </a:extLst>
          </p:cNvPr>
          <p:cNvSpPr txBox="1"/>
          <p:nvPr/>
        </p:nvSpPr>
        <p:spPr>
          <a:xfrm>
            <a:off x="729842" y="399871"/>
            <a:ext cx="59226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Завод « Красное Сормово»</a:t>
            </a:r>
            <a:br>
              <a:rPr lang="ru-RU" sz="7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7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Во время великой отечественной войны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AF6D1C-6067-4C2D-BB42-F5A2C17C70B8}"/>
              </a:ext>
            </a:extLst>
          </p:cNvPr>
          <p:cNvSpPr txBox="1"/>
          <p:nvPr/>
        </p:nvSpPr>
        <p:spPr>
          <a:xfrm>
            <a:off x="729842" y="3646794"/>
            <a:ext cx="18366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и его вклад в победу</a:t>
            </a:r>
          </a:p>
        </p:txBody>
      </p:sp>
    </p:spTree>
    <p:extLst>
      <p:ext uri="{BB962C8B-B14F-4D97-AF65-F5344CB8AC3E}">
        <p14:creationId xmlns:p14="http://schemas.microsoft.com/office/powerpoint/2010/main" val="4202375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A7D7-152E-4953-B478-86E5EBBA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01FFFB-88CF-4545-9808-9F0515531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AA2720-2CD0-4FE4-8E75-0DA31AAEA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651342" cy="68580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E06BF6C-31CD-4960-AAF4-38D1D8D78DE3}"/>
              </a:ext>
            </a:extLst>
          </p:cNvPr>
          <p:cNvSpPr/>
          <p:nvPr/>
        </p:nvSpPr>
        <p:spPr>
          <a:xfrm>
            <a:off x="6030309" y="31531"/>
            <a:ext cx="6298325" cy="2770022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EF08A1F-682E-4D67-BC70-814086217642}"/>
              </a:ext>
            </a:extLst>
          </p:cNvPr>
          <p:cNvSpPr/>
          <p:nvPr/>
        </p:nvSpPr>
        <p:spPr>
          <a:xfrm>
            <a:off x="0" y="5811266"/>
            <a:ext cx="2890345" cy="1001268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>
                <a:latin typeface="Doloto" pitchFamily="2" charset="-52"/>
                <a:ea typeface="Doloto" pitchFamily="2" charset="-52"/>
                <a:cs typeface="Doloto" pitchFamily="2" charset="-52"/>
              </a:rPr>
              <a:t>Начало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F7827A-7C33-4503-A019-923F4BC8F61A}"/>
              </a:ext>
            </a:extLst>
          </p:cNvPr>
          <p:cNvSpPr txBox="1"/>
          <p:nvPr/>
        </p:nvSpPr>
        <p:spPr>
          <a:xfrm>
            <a:off x="6195048" y="365125"/>
            <a:ext cx="61335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Завод «Красное Сормово» был основан очень давно</a:t>
            </a:r>
            <a:r>
              <a:rPr lang="en-US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,</a:t>
            </a:r>
            <a: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а именно в 1849 году и до войны производил </a:t>
            </a:r>
            <a:r>
              <a:rPr lang="ru-RU" sz="32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пароходы,теплоходы,и</a:t>
            </a:r>
            <a: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первые в России подводные лодки</a:t>
            </a:r>
            <a:r>
              <a:rPr lang="en-US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.</a:t>
            </a:r>
            <a:b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Но с началом войны всё изменилось.</a:t>
            </a:r>
          </a:p>
        </p:txBody>
      </p:sp>
    </p:spTree>
    <p:extLst>
      <p:ext uri="{BB962C8B-B14F-4D97-AF65-F5344CB8AC3E}">
        <p14:creationId xmlns:p14="http://schemas.microsoft.com/office/powerpoint/2010/main" val="73233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8C8FB-7A43-4FD9-B69D-0B99611E9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2A96E-07F3-4E96-BEB7-3D9E65CD6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F44657-D066-48CD-B5C8-7CB208BEA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242" y="0"/>
            <a:ext cx="12310241" cy="68580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BD930E8-70EE-46C2-9CD2-95B60D3514BD}"/>
              </a:ext>
            </a:extLst>
          </p:cNvPr>
          <p:cNvSpPr/>
          <p:nvPr/>
        </p:nvSpPr>
        <p:spPr>
          <a:xfrm>
            <a:off x="118241" y="149772"/>
            <a:ext cx="3661823" cy="919749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76300-3D4B-46CE-8BD8-EE8F0807B356}"/>
              </a:ext>
            </a:extLst>
          </p:cNvPr>
          <p:cNvSpPr txBox="1"/>
          <p:nvPr/>
        </p:nvSpPr>
        <p:spPr>
          <a:xfrm>
            <a:off x="326571" y="230188"/>
            <a:ext cx="3959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Всё для </a:t>
            </a:r>
            <a:r>
              <a:rPr lang="ru-RU" sz="32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фронта,всё</a:t>
            </a:r>
            <a:r>
              <a:rPr lang="ru-RU" sz="32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для победы!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E80BA49-0C4D-442D-B537-F2C8DFF0C8E3}"/>
              </a:ext>
            </a:extLst>
          </p:cNvPr>
          <p:cNvSpPr/>
          <p:nvPr/>
        </p:nvSpPr>
        <p:spPr>
          <a:xfrm>
            <a:off x="4898572" y="2726871"/>
            <a:ext cx="7086600" cy="4008665"/>
          </a:xfrm>
          <a:prstGeom prst="roundRect">
            <a:avLst>
              <a:gd name="adj" fmla="val 11372"/>
            </a:avLst>
          </a:prstGeom>
          <a:solidFill>
            <a:srgbClr val="FF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6A351-ABB6-4A95-A544-690149F8EAF4}"/>
              </a:ext>
            </a:extLst>
          </p:cNvPr>
          <p:cNvSpPr txBox="1"/>
          <p:nvPr/>
        </p:nvSpPr>
        <p:spPr>
          <a:xfrm>
            <a:off x="5151663" y="2996293"/>
            <a:ext cx="65151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Как мы все знаем летом 1941 года Нацистская Германия напала на нашу страну.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Так как нападение было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внезапным,нашей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армии не хватало военной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техники,а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её нужно было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много,очень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много.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И тут наш завод получает задание об изготовлении легендарного танка «Т-34»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Всего за полтора месяца Красное Сормово перестроило производство и началось создание боевых машин.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Всего за 4 года войны было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выпущенно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около 13.000 танков «Т-34»,более 3млн снарядов для «Катюш» и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танков,было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выпущенно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26 подводных лодок.</a:t>
            </a:r>
          </a:p>
        </p:txBody>
      </p:sp>
    </p:spTree>
    <p:extLst>
      <p:ext uri="{BB962C8B-B14F-4D97-AF65-F5344CB8AC3E}">
        <p14:creationId xmlns:p14="http://schemas.microsoft.com/office/powerpoint/2010/main" val="2713493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CE609-3068-4E3D-9380-929EE1DB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292321-F257-4CC5-A7C2-AAEFC851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342" y="1866447"/>
            <a:ext cx="10515600" cy="4351338"/>
          </a:xfrm>
        </p:spPr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5DEDFE-653F-4E8E-9470-8CA711E08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494" y="0"/>
            <a:ext cx="5958980" cy="6872682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3DE490-CAAB-4B90-A6BC-28C6B193F083}"/>
              </a:ext>
            </a:extLst>
          </p:cNvPr>
          <p:cNvSpPr/>
          <p:nvPr/>
        </p:nvSpPr>
        <p:spPr>
          <a:xfrm>
            <a:off x="0" y="0"/>
            <a:ext cx="6233020" cy="6872681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3017D-9166-4DF3-9F3D-15A725CB55A3}"/>
              </a:ext>
            </a:extLst>
          </p:cNvPr>
          <p:cNvSpPr txBox="1"/>
          <p:nvPr/>
        </p:nvSpPr>
        <p:spPr>
          <a:xfrm>
            <a:off x="92279" y="-80090"/>
            <a:ext cx="53942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Трудовой Героизм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A5ED3-A568-4579-BBD5-DDE9D8359BB1}"/>
              </a:ext>
            </a:extLst>
          </p:cNvPr>
          <p:cNvSpPr txBox="1"/>
          <p:nvPr/>
        </p:nvSpPr>
        <p:spPr>
          <a:xfrm>
            <a:off x="201948" y="1594148"/>
            <a:ext cx="58940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Так как практически все мужчины уходили на фронт на заводе работали не только взрослые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мужчины,ну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и женщины вместе с детьми и подростками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Все они работали по 12-14 часов без перерывов и выходных.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Часто из за того что люди сильно уставали и им было далеко идти от дома они ночевали прямо в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цеху,чтобы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проснуться и сразу начать работать.</a:t>
            </a:r>
            <a:b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Ещё чтобы производилось больше </a:t>
            </a:r>
            <a:r>
              <a:rPr lang="ru-RU" sz="2400" dirty="0" err="1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танков,часто</a:t>
            </a:r>
            <a:r>
              <a:rPr lang="ru-RU" sz="24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 рабочие выходили на улицу и делали военную технику под открытым небом работая днём и ночью не покладая своих рук.</a:t>
            </a:r>
          </a:p>
        </p:txBody>
      </p:sp>
    </p:spTree>
    <p:extLst>
      <p:ext uri="{BB962C8B-B14F-4D97-AF65-F5344CB8AC3E}">
        <p14:creationId xmlns:p14="http://schemas.microsoft.com/office/powerpoint/2010/main" val="3193171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38382-9D32-4CE9-AB23-96561241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0AA559-9F36-421C-B726-2EDF0D847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DB48E80-474F-4C36-8E8B-03BBF139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B1EBA57-8637-4968-872C-1C93CC26D210}"/>
              </a:ext>
            </a:extLst>
          </p:cNvPr>
          <p:cNvSpPr/>
          <p:nvPr/>
        </p:nvSpPr>
        <p:spPr>
          <a:xfrm>
            <a:off x="65314" y="68150"/>
            <a:ext cx="7339693" cy="3380014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B5A581-E5C2-4C80-8EB0-52215D581D09}"/>
              </a:ext>
            </a:extLst>
          </p:cNvPr>
          <p:cNvSpPr txBox="1"/>
          <p:nvPr/>
        </p:nvSpPr>
        <p:spPr>
          <a:xfrm>
            <a:off x="171450" y="681037"/>
            <a:ext cx="7086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Завод «Красное Сормово» является наглядным примером насколько сильно тыл может оказать помощь фронту. Благодаря самоотверженному труду людей наша армия одержала победу.</a:t>
            </a:r>
            <a:br>
              <a:rPr lang="ru-RU" sz="28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</a:br>
            <a:r>
              <a:rPr lang="ru-RU" sz="2800" dirty="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Их труд в тылу был таким же героическим как и у солдат </a:t>
            </a:r>
            <a:r>
              <a:rPr lang="ru-RU" sz="2800">
                <a:solidFill>
                  <a:schemeClr val="bg1"/>
                </a:solidFill>
                <a:latin typeface="Doloto" pitchFamily="2" charset="-52"/>
                <a:ea typeface="Doloto" pitchFamily="2" charset="-52"/>
                <a:cs typeface="Doloto" pitchFamily="2" charset="-52"/>
              </a:rPr>
              <a:t>на фронте.</a:t>
            </a:r>
            <a:endParaRPr lang="ru-RU" sz="2800" dirty="0">
              <a:solidFill>
                <a:schemeClr val="bg1"/>
              </a:solidFill>
              <a:latin typeface="Doloto" pitchFamily="2" charset="-52"/>
              <a:ea typeface="Doloto" pitchFamily="2" charset="-52"/>
              <a:cs typeface="Dolo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050254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300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Doloto</vt:lpstr>
      <vt:lpstr>Тема Office</vt:lpstr>
      <vt:lpstr>Презентация PowerPoint</vt:lpstr>
      <vt:lpstr> </vt:lpstr>
      <vt:lpstr> </vt:lpstr>
      <vt:lpstr>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Yuliya Petrova</dc:creator>
  <cp:lastModifiedBy>Yuliya Petrova</cp:lastModifiedBy>
  <cp:revision>12</cp:revision>
  <dcterms:created xsi:type="dcterms:W3CDTF">2025-11-27T16:11:17Z</dcterms:created>
  <dcterms:modified xsi:type="dcterms:W3CDTF">2025-11-27T20:28:48Z</dcterms:modified>
</cp:coreProperties>
</file>